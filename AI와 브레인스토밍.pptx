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93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096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4019" y="1276350"/>
            <a:ext cx="16959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825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바이브코딩 실전 예시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947236" y="1851571"/>
            <a:ext cx="32493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AI와 브레인스토밍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114675" y="2670721"/>
            <a:ext cx="2914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이렇게 하는 거야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155055" y="3680371"/>
            <a:ext cx="2833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CEO처럼 질문하고, 검증하고, 발전시키는 과정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1313" y="1124099"/>
            <a:ext cx="561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75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2844766" y="1686074"/>
            <a:ext cx="345446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AI는 답을 주는 게 아니라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84348" y="2398514"/>
            <a:ext cx="35753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2625"/>
              </a:spcAft>
              <a:buNone/>
            </a:pPr>
            <a:r>
              <a:rPr lang="en-US" sz="24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생각을 확장시켜주는 도구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71932" y="3349079"/>
            <a:ext cx="14667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준 답을 그대로 쓰면?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07562" y="3349079"/>
            <a:ext cx="252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463089" y="3846165"/>
            <a:ext cx="16842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답을 검증하고 발전시키면?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414123" y="3846165"/>
            <a:ext cx="252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브레인스토밍 5단계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8625" y="1961257"/>
            <a:ext cx="1322040" cy="1441996"/>
          </a:xfrm>
          <a:prstGeom prst="roundRect">
            <a:avLst>
              <a:gd name="adj" fmla="val 8646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36588" y="216128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0746" y="2694682"/>
            <a:ext cx="7320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요청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850" y="3083272"/>
            <a:ext cx="5334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"10개 뽑아줘"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882491" y="2575620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69765" y="1961257"/>
            <a:ext cx="1322040" cy="1441996"/>
          </a:xfrm>
          <a:prstGeom prst="roundRect">
            <a:avLst>
              <a:gd name="adj" fmla="val 8646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77728" y="216128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29036" y="2694682"/>
            <a:ext cx="615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문제점 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76134" y="3083272"/>
            <a:ext cx="5091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안 될까?"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623631" y="2575620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10905" y="1961257"/>
            <a:ext cx="1322040" cy="1441996"/>
          </a:xfrm>
          <a:prstGeom prst="roundRect">
            <a:avLst>
              <a:gd name="adj" fmla="val 8646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18868" y="216128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251" y="2694682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반박하기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0138" y="3083272"/>
            <a:ext cx="5235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"현실은 달라"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364772" y="2575620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52046" y="1961257"/>
            <a:ext cx="1322040" cy="1441996"/>
          </a:xfrm>
          <a:prstGeom prst="roundRect">
            <a:avLst>
              <a:gd name="adj" fmla="val 8646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60009" y="216128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11317" y="2694682"/>
            <a:ext cx="615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재설정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4998" y="3083272"/>
            <a:ext cx="4361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"다시 해봐"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7105912" y="2575620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93186" y="1961257"/>
            <a:ext cx="1322040" cy="1441996"/>
          </a:xfrm>
          <a:prstGeom prst="roundRect">
            <a:avLst>
              <a:gd name="adj" fmla="val 8646"/>
            </a:avLst>
          </a:prstGeom>
          <a:solidFill>
            <a:srgbClr val="FF6B00">
              <a:alpha val="15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01149" y="216128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09607" y="2694682"/>
            <a:ext cx="4988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선택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79858" y="3083272"/>
            <a:ext cx="3486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"이거다!"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45758" y="4625429"/>
            <a:ext cx="8452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1번에서 멈추면 실패, 5번까지 가야 성공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6954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05657" y="377130"/>
            <a:ext cx="12144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아이디어 요청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475482"/>
            <a:ext cx="8382000" cy="750540"/>
          </a:xfrm>
          <a:prstGeom prst="roundRect">
            <a:avLst>
              <a:gd name="adj" fmla="val 12691"/>
            </a:avLst>
          </a:prstGeom>
          <a:solidFill>
            <a:srgbClr val="0064FF">
              <a:alpha val="10000"/>
            </a:srgbClr>
          </a:solidFill>
          <a:ln w="9525">
            <a:solidFill>
              <a:srgbClr val="006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65982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 (CEO)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3400" y="1875532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"수익을 만들 수 있는 프로젝트 아이디어 뽑아줘"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368897"/>
            <a:ext cx="8382000" cy="1344811"/>
          </a:xfrm>
          <a:prstGeom prst="roundRect">
            <a:avLst>
              <a:gd name="adj" fmla="val 7083"/>
            </a:avLst>
          </a:prstGeom>
          <a:solidFill>
            <a:srgbClr val="FF6B00">
              <a:alpha val="10000"/>
            </a:srgbClr>
          </a:solidFill>
          <a:ln w="9525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559397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3400" y="2768947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내신 문제 공유 플랫폼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2967038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고민 상담 챗봇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3165128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동네 소상공인 리뷰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3363218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교복 중고거래...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4406354"/>
            <a:ext cx="8382000" cy="451396"/>
          </a:xfrm>
          <a:prstGeom prst="rect">
            <a:avLst/>
          </a:prstGeom>
          <a:solidFill>
            <a:srgbClr val="FF323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4406354"/>
            <a:ext cx="0" cy="451396"/>
          </a:xfrm>
          <a:prstGeom prst="line">
            <a:avLst/>
          </a:prstGeom>
          <a:noFill/>
          <a:ln w="28575">
            <a:solidFill>
              <a:srgbClr val="FF50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81025" y="4558754"/>
            <a:ext cx="8170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멈추면? "좋아 보이네!" 하고 바로 만들기 시작 → 실패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6954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05657" y="37713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문제점 분석 요청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502271"/>
            <a:ext cx="8382000" cy="750540"/>
          </a:xfrm>
          <a:prstGeom prst="roundRect">
            <a:avLst>
              <a:gd name="adj" fmla="val 12691"/>
            </a:avLst>
          </a:prstGeom>
          <a:solidFill>
            <a:srgbClr val="0064FF">
              <a:alpha val="10000"/>
            </a:srgbClr>
          </a:solidFill>
          <a:ln w="9525">
            <a:solidFill>
              <a:srgbClr val="006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2771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 (CEO)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3400" y="1902321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"위 4개의 문제점 분석해줘"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395686"/>
            <a:ext cx="8382000" cy="1291233"/>
          </a:xfrm>
          <a:prstGeom prst="roundRect">
            <a:avLst>
              <a:gd name="adj" fmla="val 7377"/>
            </a:avLst>
          </a:prstGeom>
          <a:solidFill>
            <a:srgbClr val="FF6B00">
              <a:alpha val="10000"/>
            </a:srgbClr>
          </a:solidFill>
          <a:ln w="9525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586186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3400" y="2795736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내신 문제 → 저작권 위법 위험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3400" y="2980432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상담 → 책임 문제, 전문성 부재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33400" y="3165128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소상공인 → 네이버/카카오 못 이김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3349823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교복 중고 → 당근마켓 경쟁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4406354"/>
            <a:ext cx="8382000" cy="451396"/>
          </a:xfrm>
          <a:prstGeom prst="rect">
            <a:avLst/>
          </a:prstGeom>
          <a:solidFill>
            <a:srgbClr val="00C86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4406354"/>
            <a:ext cx="0" cy="451396"/>
          </a:xfrm>
          <a:prstGeom prst="line">
            <a:avLst/>
          </a:prstGeom>
          <a:noFill/>
          <a:ln w="28575">
            <a:solidFill>
              <a:srgbClr val="00C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81025" y="4558754"/>
            <a:ext cx="8170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AI한테 "왜 안 될까?"를 먼저 물어본다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6954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05657" y="377130"/>
            <a:ext cx="20240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반박하기 (내 지식 활용)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502271"/>
            <a:ext cx="8382000" cy="750540"/>
          </a:xfrm>
          <a:prstGeom prst="roundRect">
            <a:avLst>
              <a:gd name="adj" fmla="val 12691"/>
            </a:avLst>
          </a:prstGeom>
          <a:solidFill>
            <a:srgbClr val="0064FF">
              <a:alpha val="10000"/>
            </a:srgbClr>
          </a:solidFill>
          <a:ln w="9525">
            <a:solidFill>
              <a:srgbClr val="006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2771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 (CEO)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3400" y="1902321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"교복 자율화 되지 않았나? 그리고 누가 남이 입던 교복 입어?"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395686"/>
            <a:ext cx="8382000" cy="1291233"/>
          </a:xfrm>
          <a:prstGeom prst="roundRect">
            <a:avLst>
              <a:gd name="adj" fmla="val 7377"/>
            </a:avLst>
          </a:prstGeom>
          <a:solidFill>
            <a:srgbClr val="FF6B00">
              <a:alpha val="10000"/>
            </a:srgbClr>
          </a:solidFill>
          <a:ln w="9525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586186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3400" y="2795736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맞습니다. 제가 현실을 못 봤네요.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3400" y="2980432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교복 자율화 확대 중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33400" y="3165128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10대는 "남이 입던 옷" 심리적 거부감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3349823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시장 자체가 사라지고 있음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4406354"/>
            <a:ext cx="8382000" cy="451396"/>
          </a:xfrm>
          <a:prstGeom prst="rect">
            <a:avLst/>
          </a:prstGeom>
          <a:solidFill>
            <a:srgbClr val="00C86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4406354"/>
            <a:ext cx="0" cy="451396"/>
          </a:xfrm>
          <a:prstGeom prst="line">
            <a:avLst/>
          </a:prstGeom>
          <a:noFill/>
          <a:ln w="28575">
            <a:solidFill>
              <a:srgbClr val="00C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81025" y="4558754"/>
            <a:ext cx="8170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AI도 틀린다. 내가 아는 현실로 반박해야 한다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6954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05657" y="377130"/>
            <a:ext cx="10201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조건 재설정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397496"/>
            <a:ext cx="8382000" cy="960090"/>
          </a:xfrm>
          <a:prstGeom prst="roundRect">
            <a:avLst>
              <a:gd name="adj" fmla="val 9921"/>
            </a:avLst>
          </a:prstGeom>
          <a:solidFill>
            <a:srgbClr val="0064FF">
              <a:alpha val="10000"/>
            </a:srgbClr>
          </a:solidFill>
          <a:ln w="9525">
            <a:solidFill>
              <a:srgbClr val="006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87996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 (CEO)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3400" y="1797546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"중3이 고등학교 입학 앞둔 상황에서, 이 4가지 기준으로 다시 10개 뽑아줘"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2033736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직접 겪는 불편함 / 2. 법적 리스크 없음 / 3. 대형 서비스 틈새 / 4. 지불 의사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500461"/>
            <a:ext cx="8382000" cy="1291233"/>
          </a:xfrm>
          <a:prstGeom prst="roundRect">
            <a:avLst>
              <a:gd name="adj" fmla="val 7377"/>
            </a:avLst>
          </a:prstGeom>
          <a:solidFill>
            <a:srgbClr val="FF6B00">
              <a:alpha val="10000"/>
            </a:srgbClr>
          </a:solidFill>
          <a:ln w="9525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2690961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(새로운 결과)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3400" y="2900511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같은 고등학교 배정자 찾기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33400" y="3085207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고등학교 첫 30일 시뮬레이션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3269903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중학교 추억 정리 서비스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3454598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방학 자기계발 챌린지...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4406354"/>
            <a:ext cx="8382000" cy="451396"/>
          </a:xfrm>
          <a:prstGeom prst="rect">
            <a:avLst/>
          </a:prstGeom>
          <a:solidFill>
            <a:srgbClr val="00C86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4406354"/>
            <a:ext cx="0" cy="451396"/>
          </a:xfrm>
          <a:prstGeom prst="line">
            <a:avLst/>
          </a:prstGeom>
          <a:noFill/>
          <a:ln w="28575">
            <a:solidFill>
              <a:srgbClr val="00C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81025" y="4558754"/>
            <a:ext cx="8170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구체적인 상황 + 명확한 기준 = 훨씬 좋은 결과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323850"/>
            <a:ext cx="8549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질문의 차이 = 결과의 차이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1535460"/>
            <a:ext cx="3762375" cy="2821186"/>
          </a:xfrm>
          <a:prstGeom prst="roundRect">
            <a:avLst>
              <a:gd name="adj" fmla="val 4051"/>
            </a:avLst>
          </a:prstGeom>
          <a:solidFill>
            <a:srgbClr val="FF3232">
              <a:alpha val="8000"/>
            </a:srgbClr>
          </a:solidFill>
          <a:ln w="9525">
            <a:solidFill>
              <a:srgbClr val="FF32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1025" y="1773585"/>
            <a:ext cx="34295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900" b="1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(막연한 질문)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81025" y="2266950"/>
            <a:ext cx="34295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"수익 나는 프로젝트 알려줘"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81025" y="2718346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교복 중고거래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1025" y="3118396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상담 챗봇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81025" y="3518446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내신 문제 공유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81025" y="3985171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법적 리스크, 시장 없음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455414" y="2786063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00625" y="1535460"/>
            <a:ext cx="3762375" cy="2821186"/>
          </a:xfrm>
          <a:prstGeom prst="roundRect">
            <a:avLst>
              <a:gd name="adj" fmla="val 4051"/>
            </a:avLst>
          </a:prstGeom>
          <a:solidFill>
            <a:srgbClr val="00C864">
              <a:alpha val="8000"/>
            </a:srgbClr>
          </a:solidFill>
          <a:ln w="9525">
            <a:solidFill>
              <a:srgbClr val="00C86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00650" y="1773585"/>
            <a:ext cx="34295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900" b="1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(구체적 질문)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00650" y="2266950"/>
            <a:ext cx="34295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"중3이 고입 앞두고, 4가지 기준으로"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00650" y="2718346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학교 배정자 찾기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00650" y="3118396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고교 첫 30일 시뮬레이션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00650" y="3518446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중학교 추억 정리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00650" y="3985171"/>
            <a:ext cx="3429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실제 수요, 실현 가능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CEO의 검증 기준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297180" y="7620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"진짜 돈 내고라도 해결하고 싶은 문제인가?"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160389"/>
            <a:ext cx="2009775" cy="1428601"/>
          </a:xfrm>
          <a:prstGeom prst="roundRect">
            <a:avLst>
              <a:gd name="adj" fmla="val 8001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66974" y="2360414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005" y="2893814"/>
            <a:ext cx="8076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겪는 불편함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81363" y="3269010"/>
            <a:ext cx="14088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느끼는 문제여야 끝까지 만든다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505075" y="2160389"/>
            <a:ext cx="2009775" cy="1428601"/>
          </a:xfrm>
          <a:prstGeom prst="roundRect">
            <a:avLst>
              <a:gd name="adj" fmla="val 8001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91049" y="2360414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14080" y="2893814"/>
            <a:ext cx="8076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법적 리스크 없음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936598" y="3269010"/>
            <a:ext cx="11465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저작권, 개인정보 문제 없어야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629150" y="2160389"/>
            <a:ext cx="2009775" cy="1428601"/>
          </a:xfrm>
          <a:prstGeom prst="roundRect">
            <a:avLst>
              <a:gd name="adj" fmla="val 8001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5124" y="2360414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38155" y="2893814"/>
            <a:ext cx="8076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서비스 틈새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48528" y="3269010"/>
            <a:ext cx="11708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네이버, 카카오가 안 하는 영역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753225" y="2160389"/>
            <a:ext cx="2009775" cy="1428601"/>
          </a:xfrm>
          <a:prstGeom prst="roundRect">
            <a:avLst>
              <a:gd name="adj" fmla="val 8001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39199" y="2360414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14617" y="2893814"/>
            <a:ext cx="7007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지불 의사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066795" y="3269010"/>
            <a:ext cx="1382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"공짜면 좋지"가 아닌 "돈 내도 필요"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97180" y="467305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125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모두 통과해야 진짜 사업이 된다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브레인스토밍 핵심 교훈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8625" y="1323231"/>
            <a:ext cx="8286750" cy="725686"/>
          </a:xfrm>
          <a:prstGeom prst="roundRect">
            <a:avLst>
              <a:gd name="adj" fmla="val 1312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1025" y="1566118"/>
            <a:ext cx="2914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09650" y="1513731"/>
            <a:ext cx="12739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첫 답을 의심하라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009650" y="1725067"/>
            <a:ext cx="1273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 보여도 문제점 먼저 분석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28625" y="2163217"/>
            <a:ext cx="8286750" cy="725686"/>
          </a:xfrm>
          <a:prstGeom prst="roundRect">
            <a:avLst>
              <a:gd name="adj" fmla="val 1312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1025" y="2406104"/>
            <a:ext cx="2914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9650" y="2353717"/>
            <a:ext cx="1494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아는 현실로 반박하라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09650" y="2565053"/>
            <a:ext cx="1494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AI도 틀린다, 현장 지식이 무기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8625" y="3003203"/>
            <a:ext cx="8286750" cy="725686"/>
          </a:xfrm>
          <a:prstGeom prst="roundRect">
            <a:avLst>
              <a:gd name="adj" fmla="val 1312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025" y="3246090"/>
            <a:ext cx="2914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9650" y="3193703"/>
            <a:ext cx="13333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 조건을 제시하라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09650" y="3405039"/>
            <a:ext cx="13333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막연한 질문 = 막연한 답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8625" y="3843189"/>
            <a:ext cx="8286750" cy="725686"/>
          </a:xfrm>
          <a:prstGeom prst="roundRect">
            <a:avLst>
              <a:gd name="adj" fmla="val 1312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" y="4086076"/>
            <a:ext cx="2914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9650" y="4033689"/>
            <a:ext cx="11066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번 반복하라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09650" y="4245025"/>
            <a:ext cx="11066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1번 질문으로 끝나면 실패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1475"/>
            <a:ext cx="8452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개념 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28625" y="809625"/>
            <a:ext cx="845248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30초 엘리베이터 피치란?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8625" y="2209800"/>
            <a:ext cx="3686175" cy="1963787"/>
          </a:xfrm>
          <a:prstGeom prst="roundRect">
            <a:avLst>
              <a:gd name="adj" fmla="val 582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2447925"/>
            <a:ext cx="33518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"엘리베이터"인가?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28650" y="2899321"/>
            <a:ext cx="335184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엘리베이터에서 중요한 사람을 우연히 만났다.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28650" y="3333601"/>
            <a:ext cx="335184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1층에서 10층까지 가는 30초 동안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28650" y="3767882"/>
            <a:ext cx="335184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아이디어를 설명해서 관심을 끌어야 한다.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352925" y="1904256"/>
            <a:ext cx="4362450" cy="2575024"/>
          </a:xfrm>
          <a:prstGeom prst="roundRect">
            <a:avLst>
              <a:gd name="adj" fmla="val 4439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62475" y="2151906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825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구조 (30초 = 3문장)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562475" y="2690813"/>
            <a:ext cx="2428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5850" y="2631877"/>
            <a:ext cx="572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(10초)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95850" y="2816572"/>
            <a:ext cx="5723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"뭐가 불편해?"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62475" y="3338364"/>
            <a:ext cx="2428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5850" y="3279428"/>
            <a:ext cx="771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 (10초)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95850" y="3464123"/>
            <a:ext cx="7714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"그래서 뭘 만들어?"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562475" y="3985915"/>
            <a:ext cx="2428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5850" y="3926979"/>
            <a:ext cx="7714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 (10초)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95850" y="4111675"/>
            <a:ext cx="7714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"그래서 뭐가 좋아?"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좋은 피치 vs 나쁜 피치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8625" y="1471761"/>
            <a:ext cx="4024313" cy="2154287"/>
          </a:xfrm>
          <a:prstGeom prst="roundRect">
            <a:avLst>
              <a:gd name="adj" fmla="val 5306"/>
            </a:avLst>
          </a:prstGeom>
          <a:solidFill>
            <a:srgbClr val="FF3232">
              <a:alpha val="8000"/>
            </a:srgbClr>
          </a:solidFill>
          <a:ln w="9525">
            <a:solidFill>
              <a:srgbClr val="FF32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1709886"/>
            <a:ext cx="36967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900" b="1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나쁜 피치 ✗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8650" y="2203252"/>
            <a:ext cx="3696748" cy="355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2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"저는 앱을 만들었는데요, React로 개발했고, Firebase 연동해서, UI는 Figma로 디자인했고..."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28650" y="2892623"/>
            <a:ext cx="3696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기술 설명에 집중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28650" y="3254573"/>
            <a:ext cx="3696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듣는 사람은 "그래서 뭐?"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91063" y="1382762"/>
            <a:ext cx="4024313" cy="2332286"/>
          </a:xfrm>
          <a:prstGeom prst="roundRect">
            <a:avLst>
              <a:gd name="adj" fmla="val 4901"/>
            </a:avLst>
          </a:prstGeom>
          <a:solidFill>
            <a:srgbClr val="00C864">
              <a:alpha val="8000"/>
            </a:srgbClr>
          </a:solidFill>
          <a:ln w="9525">
            <a:solidFill>
              <a:srgbClr val="00C86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91088" y="1620887"/>
            <a:ext cx="36967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900" b="1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좋은 피치 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1088" y="2114252"/>
            <a:ext cx="369674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2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"고등학교 배정 받으면 아는 사람 있는지 몰라서 불안하잖아요. 같은 학교 신입생끼리 미리 연결해주는 앱이에요. 입학 전에 친구도 만들고 선배 정보도 얻을 수 있어요."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91088" y="2981623"/>
            <a:ext cx="3696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문제와 가치에 집중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91088" y="3343573"/>
            <a:ext cx="3696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듣는 사람은 "오 괜찮은데?"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8625" y="4358729"/>
            <a:ext cx="8286750" cy="451396"/>
          </a:xfrm>
          <a:prstGeom prst="rect">
            <a:avLst/>
          </a:prstGeom>
          <a:solidFill>
            <a:srgbClr val="FF6B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2913" y="4358729"/>
            <a:ext cx="0" cy="451396"/>
          </a:xfrm>
          <a:prstGeom prst="line">
            <a:avLst/>
          </a:prstGeom>
          <a:noFill/>
          <a:ln w="28575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8650" y="4511129"/>
            <a:ext cx="80735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"어떻게 만들었나"가 아니라 "왜 필요한가"를 말해라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1241"/>
            <a:ext cx="8452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개념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28625" y="839391"/>
            <a:ext cx="845248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브레인스토밍이란?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8625" y="1555552"/>
            <a:ext cx="933599" cy="1001911"/>
          </a:xfrm>
          <a:prstGeom prst="roundRect">
            <a:avLst>
              <a:gd name="adj" fmla="val 12243"/>
            </a:avLst>
          </a:prstGeom>
          <a:solidFill>
            <a:srgbClr val="FF6B00">
              <a:alpha val="15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7829" y="1755577"/>
            <a:ext cx="60964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6773" y="2224088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552724" y="1896517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6723" y="1555552"/>
            <a:ext cx="971550" cy="1001911"/>
          </a:xfrm>
          <a:prstGeom prst="roundRect">
            <a:avLst>
              <a:gd name="adj" fmla="val 11765"/>
            </a:avLst>
          </a:prstGeom>
          <a:solidFill>
            <a:srgbClr val="FF6B00">
              <a:alpha val="15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35353" y="1755577"/>
            <a:ext cx="85696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265343" y="2224088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폭풍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38773" y="1896517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62771" y="1555552"/>
            <a:ext cx="1585913" cy="1001911"/>
          </a:xfrm>
          <a:prstGeom prst="roundRect">
            <a:avLst>
              <a:gd name="adj" fmla="val 11408"/>
            </a:avLst>
          </a:prstGeom>
          <a:solidFill>
            <a:srgbClr val="FF6B00">
              <a:alpha val="25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09231" y="1755577"/>
            <a:ext cx="10929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아이디어 폭풍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61418" y="222408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쏟아내기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5758" y="2986088"/>
            <a:ext cx="8452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머릿속에 폭풍처럼 아이디어를 쏟아내는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8625" y="3589883"/>
            <a:ext cx="1985963" cy="1190476"/>
          </a:xfrm>
          <a:prstGeom prst="roundRect">
            <a:avLst>
              <a:gd name="adj" fmla="val 800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6619" y="3751808"/>
            <a:ext cx="275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97471" y="4123283"/>
            <a:ext cx="457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비판 금지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195834" y="4498479"/>
            <a:ext cx="4604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 돼" 금지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528888" y="3589883"/>
            <a:ext cx="1985963" cy="1190476"/>
          </a:xfrm>
          <a:prstGeom prst="roundRect">
            <a:avLst>
              <a:gd name="adj" fmla="val 800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86882" y="3751808"/>
            <a:ext cx="275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97734" y="4123283"/>
            <a:ext cx="457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양이 우선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338364" y="4498479"/>
            <a:ext cx="3741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일단 많이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29150" y="3589883"/>
            <a:ext cx="1985963" cy="1190476"/>
          </a:xfrm>
          <a:prstGeom prst="roundRect">
            <a:avLst>
              <a:gd name="adj" fmla="val 800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7144" y="3751808"/>
            <a:ext cx="275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45609" y="4123283"/>
            <a:ext cx="5641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엉뚱함 환영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376714" y="4498479"/>
            <a:ext cx="5005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황당해도 OK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729413" y="3589883"/>
            <a:ext cx="1985963" cy="1190476"/>
          </a:xfrm>
          <a:prstGeom prst="roundRect">
            <a:avLst>
              <a:gd name="adj" fmla="val 800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87407" y="3751808"/>
            <a:ext cx="275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512844" y="4123283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조합하기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600801" y="4498479"/>
            <a:ext cx="2480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1+1=3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브레인스토밍 4단계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8625" y="1558379"/>
            <a:ext cx="1714500" cy="2028527"/>
          </a:xfrm>
          <a:prstGeom prst="roundRect">
            <a:avLst>
              <a:gd name="adj" fmla="val 6667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1610" y="178697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38225" y="2426940"/>
            <a:ext cx="505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쏟아내기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183255" y="2838301"/>
            <a:ext cx="205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5814" y="3238351"/>
            <a:ext cx="859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비판 없이 최대한 많이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303526" y="2466082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19375" y="1558379"/>
            <a:ext cx="1714500" cy="2028527"/>
          </a:xfrm>
          <a:prstGeom prst="roundRect">
            <a:avLst>
              <a:gd name="adj" fmla="val 6667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2360" y="178697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28975" y="2426940"/>
            <a:ext cx="505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분류하기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401026" y="2838301"/>
            <a:ext cx="151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102428" y="3238351"/>
            <a:ext cx="7482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비슷한 것끼리 묶기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494276" y="2466082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0125" y="1558379"/>
            <a:ext cx="1714500" cy="2028527"/>
          </a:xfrm>
          <a:prstGeom prst="roundRect">
            <a:avLst>
              <a:gd name="adj" fmla="val 6667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93110" y="178697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19725" y="2426940"/>
            <a:ext cx="505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평가하기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564755" y="2838301"/>
            <a:ext cx="205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93178" y="3238351"/>
            <a:ext cx="7482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 현실성 따지기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685026" y="2466082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00875" y="1558379"/>
            <a:ext cx="1714500" cy="2028527"/>
          </a:xfrm>
          <a:prstGeom prst="roundRect">
            <a:avLst>
              <a:gd name="adj" fmla="val 6667"/>
            </a:avLst>
          </a:prstGeom>
          <a:solidFill>
            <a:srgbClr val="FF6B00">
              <a:alpha val="15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83860" y="178697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610475" y="2426940"/>
            <a:ext cx="505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선택하기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782526" y="2838301"/>
            <a:ext cx="151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41005" y="3238351"/>
            <a:ext cx="634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1~3개 선택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28625" y="4358729"/>
            <a:ext cx="8286750" cy="451396"/>
          </a:xfrm>
          <a:prstGeom prst="rect">
            <a:avLst/>
          </a:prstGeom>
          <a:solidFill>
            <a:srgbClr val="FF6B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42913" y="4358729"/>
            <a:ext cx="0" cy="451396"/>
          </a:xfrm>
          <a:prstGeom prst="line">
            <a:avLst/>
          </a:prstGeom>
          <a:noFill/>
          <a:ln w="28575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8650" y="4511129"/>
            <a:ext cx="80735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1단계에서 비판하면 아이디어가 죽는다. 3단계까지 참아라.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브레인스토밍이 다른 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8625" y="1396454"/>
            <a:ext cx="3705225" cy="2356098"/>
          </a:xfrm>
          <a:prstGeom prst="roundRect">
            <a:avLst>
              <a:gd name="adj" fmla="val 485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1634579"/>
            <a:ext cx="3371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전통적 브레인스토밍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8650" y="2127945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여러 사람 모아야 함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28650" y="2541240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아이디어 양에 한계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28650" y="2954536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눈치 보여서 말 못함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28650" y="3367832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비판 금지 룰 필요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445889" y="241458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91100" y="1386929"/>
            <a:ext cx="3724275" cy="2375148"/>
          </a:xfrm>
          <a:prstGeom prst="roundRect">
            <a:avLst>
              <a:gd name="adj" fmla="val 4812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00650" y="1634579"/>
            <a:ext cx="33712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9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브레인스토밍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00650" y="2127945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나 혼자 + AI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200650" y="2541240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무한대로 뽑을 수 있음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00650" y="2954536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마음껏 질문 가능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200650" y="3367832"/>
            <a:ext cx="3371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AI한테는 마음껏 비판 가능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8625" y="4410075"/>
            <a:ext cx="2667000" cy="400050"/>
          </a:xfrm>
          <a:prstGeom prst="roundRect">
            <a:avLst>
              <a:gd name="adj" fmla="val 19048"/>
            </a:avLst>
          </a:prstGeom>
          <a:solidFill>
            <a:srgbClr val="00C86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9110" y="454342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"10개 더 뽑아줘" → 진짜 10개 더 나옴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38500" y="4410075"/>
            <a:ext cx="2667000" cy="400050"/>
          </a:xfrm>
          <a:prstGeom prst="roundRect">
            <a:avLst>
              <a:gd name="adj" fmla="val 19048"/>
            </a:avLst>
          </a:prstGeom>
          <a:solidFill>
            <a:srgbClr val="00C86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08985" y="454342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"이건 왜 안 돼?" → 솔직하게 말해줌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48375" y="4410075"/>
            <a:ext cx="2667000" cy="400050"/>
          </a:xfrm>
          <a:prstGeom prst="roundRect">
            <a:avLst>
              <a:gd name="adj" fmla="val 19048"/>
            </a:avLst>
          </a:prstGeom>
          <a:solidFill>
            <a:srgbClr val="00C86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18860" y="454342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"다른 관점에서" → 새로운 각도로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장 요약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8625" y="1524893"/>
            <a:ext cx="8286750" cy="836265"/>
          </a:xfrm>
          <a:prstGeom prst="roundRect">
            <a:avLst>
              <a:gd name="adj" fmla="val 13668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8175" y="1849636"/>
            <a:ext cx="1165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엘리베이터 피치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19300" y="1772543"/>
            <a:ext cx="66162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 안에 내 아이디어 설명하기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9300" y="1980158"/>
            <a:ext cx="6616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CEO라면? "투자자한테 1분 줄 테니 설득해봐"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28625" y="2551658"/>
            <a:ext cx="8286750" cy="836265"/>
          </a:xfrm>
          <a:prstGeom prst="roundRect">
            <a:avLst>
              <a:gd name="adj" fmla="val 13668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8175" y="2876401"/>
            <a:ext cx="1165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브레인스토밍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9300" y="2799308"/>
            <a:ext cx="66162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폭풍처럼 쏟아내기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9300" y="3006923"/>
            <a:ext cx="6616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CEO라면? "일단 100개 뽑고 나중에 골라"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8625" y="3578423"/>
            <a:ext cx="8286750" cy="836265"/>
          </a:xfrm>
          <a:prstGeom prst="roundRect">
            <a:avLst>
              <a:gd name="adj" fmla="val 13668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175" y="3903166"/>
            <a:ext cx="1165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브레인스토밍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9300" y="3826073"/>
            <a:ext cx="66162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AI한테 시키고, 검증하고, 다시 시키기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9300" y="4033689"/>
            <a:ext cx="6616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CEO라면? "직원 보고서 그대로 안 써, 검토하고 반박해"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7669" y="1229767"/>
            <a:ext cx="7286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90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기억하세요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768498" y="1818382"/>
            <a:ext cx="160700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AI는 직원이고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87816" y="2450753"/>
            <a:ext cx="136836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나는 CEO다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223064" y="3273623"/>
            <a:ext cx="26978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직원이 준 보고서를 그대로 쓰는 CEO는 없다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17256" y="3726954"/>
            <a:ext cx="29094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검토하고, 반박하고, 다시 시키는 것이 CEO의 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982</Words>
  <Application>Microsoft Office PowerPoint</Application>
  <PresentationFormat>화면 슬라이드 쇼(16:9)</PresentationFormat>
  <Paragraphs>232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AI와 브레인스토밍 이렇게 하는 거야</dc:title>
  <dc:subject>PptxGenJS Presentation</dc:subject>
  <dc:creator>AI Education</dc:creator>
  <cp:lastModifiedBy>중원 윤</cp:lastModifiedBy>
  <cp:revision>2</cp:revision>
  <dcterms:created xsi:type="dcterms:W3CDTF">2026-01-03T08:20:35Z</dcterms:created>
  <dcterms:modified xsi:type="dcterms:W3CDTF">2026-01-03T08:24:21Z</dcterms:modified>
</cp:coreProperties>
</file>