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2" r:id="rId2"/>
    <p:sldId id="256" r:id="rId3"/>
    <p:sldId id="264" r:id="rId4"/>
    <p:sldId id="257" r:id="rId5"/>
    <p:sldId id="258" r:id="rId6"/>
    <p:sldId id="259" r:id="rId7"/>
    <p:sldId id="260" r:id="rId8"/>
    <p:sldId id="274" r:id="rId9"/>
    <p:sldId id="261" r:id="rId10"/>
    <p:sldId id="265" r:id="rId11"/>
    <p:sldId id="266" r:id="rId12"/>
    <p:sldId id="267" r:id="rId13"/>
    <p:sldId id="269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21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912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44E49F-3BD2-81FC-E83B-B6BA8D9A8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32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1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3909" y="1220242"/>
            <a:ext cx="13360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825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바이브코딩 시대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561588" y="1843088"/>
            <a:ext cx="202082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중학생이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2824728" y="2665958"/>
            <a:ext cx="3494544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8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39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CEO가 된다면?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3767133" y="3736479"/>
            <a:ext cx="160958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코딩을 배우는 게 아닙니다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8177" y="1223070"/>
            <a:ext cx="16274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825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바이브코딩 프로젝트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3342989" y="1798290"/>
            <a:ext cx="245802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중3 겨울방학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3556730" y="2670721"/>
            <a:ext cx="203054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62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33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4주 이정표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874761" y="3733651"/>
            <a:ext cx="139447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1회 면담 + 자율학습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1313" y="1219200"/>
            <a:ext cx="561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철학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109817" y="1828800"/>
            <a:ext cx="29243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Bef>
                <a:spcPts val="300"/>
              </a:spcBef>
              <a:spcAft>
                <a:spcPts val="262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코딩을 배우는 게 아니라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002706" y="2752725"/>
            <a:ext cx="513858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24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개발자를 거느린 CEO가 되는 경험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29085" y="3750915"/>
            <a:ext cx="7755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학생 = 기획자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4170448" y="3750915"/>
            <a:ext cx="77557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멘토 = 투자자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311536" y="3750915"/>
            <a:ext cx="8036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내 개발자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1475"/>
            <a:ext cx="8452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성공 사례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28625" y="838200"/>
            <a:ext cx="845248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잭 야데가리 (18세, 미국)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8625" y="2217539"/>
            <a:ext cx="4014788" cy="1977033"/>
          </a:xfrm>
          <a:prstGeom prst="roundRect">
            <a:avLst>
              <a:gd name="adj" fmla="val 5781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" y="2455664"/>
            <a:ext cx="3687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28650" y="2874764"/>
            <a:ext cx="368703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중3 때 첫 사업 시작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28650" y="3324225"/>
            <a:ext cx="368703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고1 때 게임 사이트 만들어 1.4억에 매각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8650" y="3773686"/>
            <a:ext cx="368703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"여학생한테 잘 보이려고 운동 시작, 기존 앱이 불편해서 직접 만듦"</a:t>
            </a:r>
            <a:endParaRPr lang="en-US" sz="900" dirty="0"/>
          </a:p>
        </p:txBody>
      </p:sp>
      <p:pic>
        <p:nvPicPr>
          <p:cNvPr id="9" name="Image 0" descr="/tmp/rasterized-gradient-b7e57e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538" y="2108895"/>
            <a:ext cx="4033837" cy="219432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91088" y="2356545"/>
            <a:ext cx="36870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891088" y="2775645"/>
            <a:ext cx="36870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 20억원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4891088" y="3415605"/>
            <a:ext cx="36870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AI 앱 수익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91088" y="3908971"/>
            <a:ext cx="3687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음식 사진만 찍으면 AI가 칼로리 자동 계산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4주 로드맵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28625" y="1906935"/>
            <a:ext cx="1964531" cy="1611511"/>
          </a:xfrm>
          <a:prstGeom prst="roundRect">
            <a:avLst>
              <a:gd name="adj" fmla="val 7093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32892" y="2135535"/>
            <a:ext cx="3629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9685" y="2722215"/>
            <a:ext cx="736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취임식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9050" y="3151598"/>
            <a:ext cx="1803682" cy="25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"뭘 만들지 내가 정한다"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36031" y="1906935"/>
            <a:ext cx="1964531" cy="1611511"/>
          </a:xfrm>
          <a:prstGeom prst="roundRect">
            <a:avLst>
              <a:gd name="adj" fmla="val 7093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40298" y="2135535"/>
            <a:ext cx="3629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1578" y="2722215"/>
            <a:ext cx="8501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프로토타입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0425" y="3151598"/>
            <a:ext cx="1195594" cy="25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"일단 돌아가게"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43438" y="1906935"/>
            <a:ext cx="1964531" cy="1611511"/>
          </a:xfrm>
          <a:prstGeom prst="roundRect">
            <a:avLst>
              <a:gd name="adj" fmla="val 7093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47705" y="2135535"/>
            <a:ext cx="3629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75659" y="2722215"/>
            <a:ext cx="7140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피드백 반영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8718" y="3151598"/>
            <a:ext cx="1413972" cy="25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"사용자 의견 반영"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50844" y="1906935"/>
            <a:ext cx="1964531" cy="1611511"/>
          </a:xfrm>
          <a:prstGeom prst="roundRect">
            <a:avLst>
              <a:gd name="adj" fmla="val 7093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55111" y="2135535"/>
            <a:ext cx="36296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77410" y="2722215"/>
            <a:ext cx="72547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런칭 &amp; 회고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0771" y="3151598"/>
            <a:ext cx="1024528" cy="25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"세상에 공개"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758" y="4612035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매주: 면담 1시간 + 자율학습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7946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02990" y="390525"/>
            <a:ext cx="115796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 취임식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1000" y="1511796"/>
            <a:ext cx="4095750" cy="2205633"/>
          </a:xfrm>
          <a:prstGeom prst="roundRect">
            <a:avLst>
              <a:gd name="adj" fmla="val 431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1975" y="173087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면담 (1시간)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1975" y="21690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아이스브레이킹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61975" y="25632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성공 사례 소개 (잭 야데가리)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1975" y="295751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아이디어 5개 브레인스토밍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61975" y="335175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1개 선택 후 첫 미션 부여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0" y="1708845"/>
            <a:ext cx="4095750" cy="1811387"/>
          </a:xfrm>
          <a:prstGeom prst="roundRect">
            <a:avLst>
              <a:gd name="adj" fmla="val 525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8225" y="1927920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자율학습 과제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8225" y="23660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AI 도구 가입 및 사용법 익히기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48225" y="27603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"이런 거 만들어줘" 3번 시도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48225" y="315456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결과물 스크린샷 + 느낀 점 메모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4392960"/>
            <a:ext cx="8382000" cy="464790"/>
          </a:xfrm>
          <a:prstGeom prst="rect">
            <a:avLst/>
          </a:prstGeom>
          <a:solidFill>
            <a:srgbClr val="FF6B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4392960"/>
            <a:ext cx="0" cy="464790"/>
          </a:xfrm>
          <a:prstGeom prst="line">
            <a:avLst/>
          </a:prstGeom>
          <a:noFill/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1025" y="4545360"/>
            <a:ext cx="8170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질문: "네가 사장이라면, AI한테 뭘 만들라고 시킬 거야?"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71475"/>
            <a:ext cx="84524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750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CEO의 첫 번째 질문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45758" y="838200"/>
            <a:ext cx="845248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"중학생이 진짜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45758" y="1451521"/>
            <a:ext cx="845248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950" b="1" dirty="0">
                <a:solidFill>
                  <a:srgbClr val="FF9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돈 내고라도 해결하고 싶은 문제가 뭐지?"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28625" y="2444055"/>
            <a:ext cx="1964531" cy="1617166"/>
          </a:xfrm>
          <a:prstGeom prst="roundRect">
            <a:avLst>
              <a:gd name="adj" fmla="val 70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68164" y="26726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2975" y="3278386"/>
            <a:ext cx="9543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겪는 불편함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28186" y="3699272"/>
            <a:ext cx="1565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느끼는 문제여야 끝까지 만든다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536031" y="2444055"/>
            <a:ext cx="1964531" cy="1617166"/>
          </a:xfrm>
          <a:prstGeom prst="roundRect">
            <a:avLst>
              <a:gd name="adj" fmla="val 70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75571" y="26726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50381" y="3278386"/>
            <a:ext cx="9543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법적 리스크 없음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735592" y="3699272"/>
            <a:ext cx="1565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저작권, 개인정보, 청소년 보호법 OK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43438" y="2444055"/>
            <a:ext cx="1964531" cy="1617166"/>
          </a:xfrm>
          <a:prstGeom prst="roundRect">
            <a:avLst>
              <a:gd name="adj" fmla="val 70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82977" y="26726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95875" y="3278386"/>
            <a:ext cx="10806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서비스의 틈새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975220" y="3699272"/>
            <a:ext cx="1300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네이버, 카카오가 안 하는 영역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750844" y="2444055"/>
            <a:ext cx="1964531" cy="1617166"/>
          </a:xfrm>
          <a:prstGeom prst="roundRect">
            <a:avLst>
              <a:gd name="adj" fmla="val 7068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90383" y="2672655"/>
            <a:ext cx="29101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27106" y="3278386"/>
            <a:ext cx="8280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지불 의사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13707" y="3699272"/>
            <a:ext cx="14388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"공짜면 좋지" 아닌 "돈 내도 필요"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45758" y="4612035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 조건을 모두 통과해야 진짜 사업이 된다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7946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02990" y="390525"/>
            <a:ext cx="133588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프로토타입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1000" y="1511796"/>
            <a:ext cx="4095750" cy="2205633"/>
          </a:xfrm>
          <a:prstGeom prst="roundRect">
            <a:avLst>
              <a:gd name="adj" fmla="val 431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1975" y="173087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면담 (1시간)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1975" y="21690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1주차 과제 리뷰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61975" y="25632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함께 프로토타입 만들기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1975" y="295751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학생이 AI에게 지시, 멘토는 관찰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61975" y="335175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막히면 "AI한테 다른 방법 물어봐"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0" y="1708845"/>
            <a:ext cx="4095750" cy="1811387"/>
          </a:xfrm>
          <a:prstGeom prst="roundRect">
            <a:avLst>
              <a:gd name="adj" fmla="val 525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8225" y="1927920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자율학습 과제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8225" y="23660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프로토타입 개선 (기능 1개 추가)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48225" y="27603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친구/가족 1명에게 보여주기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48225" y="315456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피드백 정리해서 기록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4392960"/>
            <a:ext cx="8382000" cy="464790"/>
          </a:xfrm>
          <a:prstGeom prst="rect">
            <a:avLst/>
          </a:prstGeom>
          <a:solidFill>
            <a:srgbClr val="FF6B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4392960"/>
            <a:ext cx="0" cy="464790"/>
          </a:xfrm>
          <a:prstGeom prst="line">
            <a:avLst/>
          </a:prstGeom>
          <a:noFill/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1025" y="4545360"/>
            <a:ext cx="8170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질문: "작동하는 프로토타입이 있어? 누구한테 보여줬어?"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7946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02990" y="390525"/>
            <a:ext cx="112214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피드백 반영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1000" y="1511796"/>
            <a:ext cx="4095750" cy="2205633"/>
          </a:xfrm>
          <a:prstGeom prst="roundRect">
            <a:avLst>
              <a:gd name="adj" fmla="val 431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1975" y="173087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면담 (1시간)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1975" y="216902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피드백 분석 및 우선순위 결정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61975" y="2563267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학생이 AI에게 수정 요청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1975" y="2957513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완벽하지 않아도 OK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61975" y="3351758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30초 엘리베이터 피치 연습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667250" y="1708845"/>
            <a:ext cx="4095750" cy="1811387"/>
          </a:xfrm>
          <a:prstGeom prst="roundRect">
            <a:avLst>
              <a:gd name="adj" fmla="val 525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8225" y="1927920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자율학습 과제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8225" y="2366070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프로젝트 최종 버전 완성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848225" y="276031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소개 자료 만들기 (PPT or 영상)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48225" y="3154561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발표 연습 3번 이상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4392960"/>
            <a:ext cx="8382000" cy="464790"/>
          </a:xfrm>
          <a:prstGeom prst="rect">
            <a:avLst/>
          </a:prstGeom>
          <a:solidFill>
            <a:srgbClr val="FF6B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95288" y="4392960"/>
            <a:ext cx="0" cy="464790"/>
          </a:xfrm>
          <a:prstGeom prst="line">
            <a:avLst/>
          </a:prstGeom>
          <a:noFill/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1025" y="4545360"/>
            <a:ext cx="8170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질문: "이 프로젝트를 30초 안에 설명할 수 있어?"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23850"/>
            <a:ext cx="79469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02990" y="390525"/>
            <a:ext cx="113990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런칭 &amp; 회고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1000" y="1511796"/>
            <a:ext cx="4086225" cy="2205633"/>
          </a:xfrm>
          <a:prstGeom prst="roundRect">
            <a:avLst>
              <a:gd name="adj" fmla="val 4318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1975" y="1730871"/>
            <a:ext cx="3798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면담 (1시간)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61975" y="2169021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최종 발표 (멘토 = 투자자 역할)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561975" y="2563267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공유: 가족 단톡방, SNS, 선생님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61975" y="2957513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4주 회고: 뭐가 달라졌나?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61975" y="3351758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다음 스텝 제안</a:t>
            </a:r>
            <a:endParaRPr lang="en-US" sz="825" dirty="0"/>
          </a:p>
        </p:txBody>
      </p:sp>
      <p:pic>
        <p:nvPicPr>
          <p:cNvPr id="10" name="Image 0" descr="/tmp/rasterized-gradient-2ca69d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1699320"/>
            <a:ext cx="4105275" cy="18304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48225" y="1927920"/>
            <a:ext cx="37987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결과물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848225" y="2366070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작동하는 프로젝트 1개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848225" y="2760315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프로젝트 소개 자료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4848225" y="3154561"/>
            <a:ext cx="37987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4주 여정 기록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381000" y="4392960"/>
            <a:ext cx="8382000" cy="464790"/>
          </a:xfrm>
          <a:prstGeom prst="rect">
            <a:avLst/>
          </a:prstGeom>
          <a:solidFill>
            <a:srgbClr val="FF6B00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395288" y="4392960"/>
            <a:ext cx="0" cy="464790"/>
          </a:xfrm>
          <a:prstGeom prst="line">
            <a:avLst/>
          </a:prstGeom>
          <a:noFill/>
          <a:ln w="28575">
            <a:solidFill>
              <a:srgbClr val="FF95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581025" y="4545360"/>
            <a:ext cx="8170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질문: "가장 뿌듯했던 순간은? 다음엔 뭐 만들 거야?"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371475"/>
            <a:ext cx="845248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멘토 가이드라인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28625" y="1336477"/>
            <a:ext cx="4024313" cy="3245793"/>
          </a:xfrm>
          <a:prstGeom prst="roundRect">
            <a:avLst>
              <a:gd name="adj" fmla="val 3521"/>
            </a:avLst>
          </a:prstGeom>
          <a:solidFill>
            <a:srgbClr val="00C864">
              <a:alpha val="8000"/>
            </a:srgbClr>
          </a:solidFill>
          <a:ln w="9525">
            <a:solidFill>
              <a:srgbClr val="00C86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28650" y="1574602"/>
            <a:ext cx="36967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b="1" dirty="0">
                <a:solidFill>
                  <a:srgbClr val="00C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50" y="2094607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질문으로 이끌기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628650" y="2507903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"그래서 어떻게 할 거야?"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28650" y="2946053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실패 허용하기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28650" y="3359348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"안 되면 다른 방법 찾아보자"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28650" y="3797498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작은 성공 인정하기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28650" y="4210794"/>
            <a:ext cx="3696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"이거 네가 직접 한 거야? 대단하다"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91063" y="1739354"/>
            <a:ext cx="4024313" cy="2439888"/>
          </a:xfrm>
          <a:prstGeom prst="roundRect">
            <a:avLst>
              <a:gd name="adj" fmla="val 4685"/>
            </a:avLst>
          </a:prstGeom>
          <a:solidFill>
            <a:srgbClr val="FF3232">
              <a:alpha val="8000"/>
            </a:srgbClr>
          </a:solidFill>
          <a:ln w="9525">
            <a:solidFill>
              <a:srgbClr val="FF323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91088" y="1977479"/>
            <a:ext cx="36967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1050" b="1" dirty="0">
                <a:solidFill>
                  <a:srgbClr val="FF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DON'T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1088" y="2497485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대신 코드 짜주기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91088" y="2929830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"이렇게 해" 정답 알려주기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891088" y="3362176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완벽한 결과물 요구하기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891088" y="3794522"/>
            <a:ext cx="3696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학생 아이디어 부정하기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758" y="802184"/>
            <a:ext cx="845248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4주 후 성공 지표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28625" y="1586954"/>
            <a:ext cx="1928813" cy="1350466"/>
          </a:xfrm>
          <a:prstGeom prst="roundRect">
            <a:avLst>
              <a:gd name="adj" fmla="val 8464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02072" y="1834604"/>
            <a:ext cx="593405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04751" y="2543175"/>
            <a:ext cx="5879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AI 사용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547938" y="1586954"/>
            <a:ext cx="1928813" cy="1350466"/>
          </a:xfrm>
          <a:prstGeom prst="roundRect">
            <a:avLst>
              <a:gd name="adj" fmla="val 8464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16784" y="1834604"/>
            <a:ext cx="39879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131046" y="2543175"/>
            <a:ext cx="7778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버전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667250" y="1586954"/>
            <a:ext cx="1928813" cy="1350466"/>
          </a:xfrm>
          <a:prstGeom prst="roundRect">
            <a:avLst>
              <a:gd name="adj" fmla="val 8464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36096" y="1834604"/>
            <a:ext cx="39879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355134" y="2543175"/>
            <a:ext cx="5641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피드백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786563" y="1586954"/>
            <a:ext cx="1928813" cy="1350466"/>
          </a:xfrm>
          <a:prstGeom prst="roundRect">
            <a:avLst>
              <a:gd name="adj" fmla="val 8464"/>
            </a:avLst>
          </a:prstGeom>
          <a:solidFill>
            <a:srgbClr val="FF6B00">
              <a:alpha val="10000"/>
            </a:srgbClr>
          </a:solidFill>
          <a:ln w="19050">
            <a:solidFill>
              <a:srgbClr val="FF6B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88721" y="1834604"/>
            <a:ext cx="73883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7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30초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7526834" y="2543175"/>
            <a:ext cx="4572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피치 완성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28625" y="3375571"/>
            <a:ext cx="8286750" cy="1003846"/>
          </a:xfrm>
          <a:prstGeom prst="roundRect">
            <a:avLst>
              <a:gd name="adj" fmla="val 9489"/>
            </a:avLst>
          </a:prstGeom>
          <a:solidFill>
            <a:srgbClr val="FFFFFF">
              <a:alpha val="3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3594646"/>
            <a:ext cx="80832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정성적 목표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9600" y="4013746"/>
            <a:ext cx="12164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"내가 만들었다" 자부심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087910" y="4013746"/>
            <a:ext cx="166772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"막히면 AI한테 물어보지" 자신감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008686" y="4013746"/>
            <a:ext cx="135303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"다음엔 이거 만들래" 의욕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71995" y="1355527"/>
            <a:ext cx="8000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spcAft>
                <a:spcPts val="1875"/>
              </a:spcAft>
              <a:buNone/>
            </a:pPr>
            <a:r>
              <a:rPr lang="en-US" sz="900" dirty="0">
                <a:solidFill>
                  <a:srgbClr val="0000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4주 후 목표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155057" y="1944142"/>
            <a:ext cx="283373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"나도 AI한테 일 시켜서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306254" y="2698403"/>
            <a:ext cx="253134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21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뭔가 만들 수 있구나"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25421" y="3547914"/>
            <a:ext cx="229301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00000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자신감 하나면 성공입니다.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1778</TotalTime>
  <Words>628</Words>
  <Application>Microsoft Office PowerPoint</Application>
  <PresentationFormat>화면 슬라이드 쇼(16:9)</PresentationFormat>
  <Paragraphs>145</Paragraphs>
  <Slides>14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바이브코딩 - 역할의 전환</dc:title>
  <dc:subject>PptxGenJS Presentation</dc:subject>
  <dc:creator>AI Education</dc:creator>
  <cp:lastModifiedBy>중원 윤</cp:lastModifiedBy>
  <cp:revision>4</cp:revision>
  <dcterms:created xsi:type="dcterms:W3CDTF">2026-01-02T02:18:36Z</dcterms:created>
  <dcterms:modified xsi:type="dcterms:W3CDTF">2026-01-03T08:21:40Z</dcterms:modified>
</cp:coreProperties>
</file>